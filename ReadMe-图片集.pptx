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553" r:id="rId2"/>
    <p:sldId id="544" r:id="rId3"/>
    <p:sldId id="545" r:id="rId4"/>
    <p:sldId id="546" r:id="rId5"/>
    <p:sldId id="547" r:id="rId6"/>
    <p:sldId id="548" r:id="rId7"/>
    <p:sldId id="549" r:id="rId8"/>
    <p:sldId id="550" r:id="rId9"/>
    <p:sldId id="552" r:id="rId10"/>
    <p:sldId id="514" r:id="rId11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66FF"/>
    <a:srgbClr val="336600"/>
    <a:srgbClr val="669900"/>
    <a:srgbClr val="008000"/>
    <a:srgbClr val="0099CC"/>
    <a:srgbClr val="6699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1176" autoAdjust="0"/>
  </p:normalViewPr>
  <p:slideViewPr>
    <p:cSldViewPr>
      <p:cViewPr varScale="1">
        <p:scale>
          <a:sx n="100" d="100"/>
          <a:sy n="100" d="100"/>
        </p:scale>
        <p:origin x="1440" y="90"/>
      </p:cViewPr>
      <p:guideLst>
        <p:guide orient="horz" pos="2129"/>
        <p:guide pos="29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B2E0D75-6671-1A12-57A6-B5B80A692A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F10579-9D3F-804E-9D9C-FF7E7C168A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4C4F67C-BE17-4444-B5A8-7E24522A7853}" type="datetimeFigureOut">
              <a:rPr lang="zh-CN" altLang="en-US"/>
              <a:pPr>
                <a:defRPr/>
              </a:pPr>
              <a:t>2025/5/4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864670-B322-1DF2-4268-573607A4E9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姓名_题目_开题答辩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4E1255-49AF-ECEC-CA97-038AA187D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703185D-F9E5-44A5-A4E7-D2AC56406430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1089C59-70FD-A836-EA17-24B73E25D8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FB9F09-62FC-F4A5-1CA0-7E7F39479B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9FB8183-A231-4FB1-95E9-55E8D5E21C5B}" type="datetimeFigureOut">
              <a:rPr lang="zh-CN" altLang="en-US"/>
              <a:pPr>
                <a:defRPr/>
              </a:pPr>
              <a:t>2025/5/4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1418C19-CCDF-0DFE-832E-125B8BC7A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E69A994-4105-EFBB-65A6-AA5A3252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3451DF-8106-7690-790B-6BA266CCAD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姓名_题目_开题答辩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3F9DC-7FB6-CC23-DC64-1E1AEF950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236FA9-C8C5-47EB-8EF1-24827CAC71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9A40CB6-4310-E483-E7F3-889F33A931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12AD2C3-F02E-2B8F-FF54-4588C57BBE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8" name="页脚占位符 1">
            <a:extLst>
              <a:ext uri="{FF2B5EF4-FFF2-40B4-BE49-F238E27FC236}">
                <a16:creationId xmlns:a16="http://schemas.microsoft.com/office/drawing/2014/main" id="{CA112FDC-F00B-28FE-4A01-D617503CB40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7AF62C2-4E48-5C6D-F6A6-4C548AEBF1D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2072BCA-F058-B1BC-CF20-147883F499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页脚占位符 1">
            <a:extLst>
              <a:ext uri="{FF2B5EF4-FFF2-40B4-BE49-F238E27FC236}">
                <a16:creationId xmlns:a16="http://schemas.microsoft.com/office/drawing/2014/main" id="{25795CC0-CB58-6706-F260-32B4FF8D56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E19629-BA6B-0EFA-93D0-A1D08738BE3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D7FB8D4-8F8E-1AFF-C5BB-F8D3533EAC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4" name="页脚占位符 1">
            <a:extLst>
              <a:ext uri="{FF2B5EF4-FFF2-40B4-BE49-F238E27FC236}">
                <a16:creationId xmlns:a16="http://schemas.microsoft.com/office/drawing/2014/main" id="{5522191F-7DA3-5ACD-B915-AD4952C50E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6D94C09-202A-8444-813D-953219CD33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2DD7740-DA51-011C-8401-F1F1CD06E9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92" name="页脚占位符 1">
            <a:extLst>
              <a:ext uri="{FF2B5EF4-FFF2-40B4-BE49-F238E27FC236}">
                <a16:creationId xmlns:a16="http://schemas.microsoft.com/office/drawing/2014/main" id="{DDC72200-BF03-2C7F-F609-C3BC0B97F1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E69AC0F-6DAB-33CF-DDCA-FE6D6BCE6B6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1EC808E-56D4-1298-463C-38C65E0D60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40" name="页脚占位符 1">
            <a:extLst>
              <a:ext uri="{FF2B5EF4-FFF2-40B4-BE49-F238E27FC236}">
                <a16:creationId xmlns:a16="http://schemas.microsoft.com/office/drawing/2014/main" id="{93004B55-47FA-4087-5155-B3E2F20D75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25D654-0B1F-0B55-3A51-A94409D660D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1401F7F-D90E-C1ED-AFBD-2B7899F4FB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88" name="页脚占位符 1">
            <a:extLst>
              <a:ext uri="{FF2B5EF4-FFF2-40B4-BE49-F238E27FC236}">
                <a16:creationId xmlns:a16="http://schemas.microsoft.com/office/drawing/2014/main" id="{71F0FA21-32D5-C6FE-6618-8FA4DE1092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9A2208-1AA2-DAC0-70DC-B7FFE970C72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D4F595B-6B4C-337D-1DD1-3C1E58F705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36" name="页脚占位符 1">
            <a:extLst>
              <a:ext uri="{FF2B5EF4-FFF2-40B4-BE49-F238E27FC236}">
                <a16:creationId xmlns:a16="http://schemas.microsoft.com/office/drawing/2014/main" id="{85586C35-9AA1-E8DE-BAF9-84A331ED21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86215EF-3107-A708-52E8-19F058570D3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2E200A9-5D1D-746C-70F4-D0F8710502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页脚占位符 1">
            <a:extLst>
              <a:ext uri="{FF2B5EF4-FFF2-40B4-BE49-F238E27FC236}">
                <a16:creationId xmlns:a16="http://schemas.microsoft.com/office/drawing/2014/main" id="{24CD2D7A-4D47-E61A-1B1D-79D62EDAC7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D8CF915-9999-1C8A-725B-CA5C562E305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CB2FDB5-BA53-8872-2467-44E374854E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32" name="页脚占位符 1">
            <a:extLst>
              <a:ext uri="{FF2B5EF4-FFF2-40B4-BE49-F238E27FC236}">
                <a16:creationId xmlns:a16="http://schemas.microsoft.com/office/drawing/2014/main" id="{18D141CC-3854-256C-A546-9122EDC238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DBF78D7-5A4B-294E-6776-EAC6F818C2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BA5D63E-86A2-159A-5054-1F1F520ACC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页脚占位符 1">
            <a:extLst>
              <a:ext uri="{FF2B5EF4-FFF2-40B4-BE49-F238E27FC236}">
                <a16:creationId xmlns:a16="http://schemas.microsoft.com/office/drawing/2014/main" id="{2486A327-51FC-E1C2-A585-8E794E3DBC2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Calibri" panose="020F0502020204030204" pitchFamily="34" charset="0"/>
              </a:rPr>
              <a:t>姓名_题目_开题答辩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17342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95720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69381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7485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94549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663686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503455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80626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4387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58136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Arial" panose="020B0604020202020204" pitchFamily="34" charset="0"/>
        <a:buChar char="–"/>
        <a:defRPr sz="24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–"/>
        <a:defRPr sz="2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c3ZDljNzAzMDIxOThkMmQ1NzRiMWRmMTkxYmIxZWYifQ=="/>
</p:tagLst>
</file>

<file path=ppt/theme/theme1.xml><?xml version="1.0" encoding="utf-8"?>
<a:theme xmlns:a="http://schemas.openxmlformats.org/drawingml/2006/main" name="Worldwide">
  <a:themeElements>
    <a:clrScheme name="Worldwide 2">
      <a:dk1>
        <a:srgbClr val="333333"/>
      </a:dk1>
      <a:lt1>
        <a:srgbClr val="FFFFFF"/>
      </a:lt1>
      <a:dk2>
        <a:srgbClr val="FFFFFF"/>
      </a:dk2>
      <a:lt2>
        <a:srgbClr val="B2B2B2"/>
      </a:lt2>
      <a:accent1>
        <a:srgbClr val="202AAE"/>
      </a:accent1>
      <a:accent2>
        <a:srgbClr val="CC5D36"/>
      </a:accent2>
      <a:accent3>
        <a:srgbClr val="FFFFFF"/>
      </a:accent3>
      <a:accent4>
        <a:srgbClr val="2A2A2A"/>
      </a:accent4>
      <a:accent5>
        <a:srgbClr val="ABACD3"/>
      </a:accent5>
      <a:accent6>
        <a:srgbClr val="B95330"/>
      </a:accent6>
      <a:hlink>
        <a:srgbClr val="1F7CD1"/>
      </a:hlink>
      <a:folHlink>
        <a:srgbClr val="6544CE"/>
      </a:folHlink>
    </a:clrScheme>
    <a:fontScheme name="Worldwide">
      <a:majorFont>
        <a:latin typeface="华文中宋"/>
        <a:ea typeface="华文中宋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Worldwide 1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3194CB"/>
        </a:hlink>
        <a:folHlink>
          <a:srgbClr val="B5581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wide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wide 3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D98445"/>
        </a:hlink>
        <a:folHlink>
          <a:srgbClr val="8A71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1286</TotalTime>
  <Words>70</Words>
  <Application>Microsoft Office PowerPoint</Application>
  <PresentationFormat>全屏显示(4:3)</PresentationFormat>
  <Paragraphs>10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黑体</vt:lpstr>
      <vt:lpstr>华文中宋</vt:lpstr>
      <vt:lpstr>宋体</vt:lpstr>
      <vt:lpstr>Arial</vt:lpstr>
      <vt:lpstr>Calibri</vt:lpstr>
      <vt:lpstr>Wingdings</vt:lpstr>
      <vt:lpstr>Worldwide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lsh</dc:creator>
  <cp:lastModifiedBy>福 宋</cp:lastModifiedBy>
  <cp:revision>451</cp:revision>
  <dcterms:created xsi:type="dcterms:W3CDTF">2016-04-05T01:51:01Z</dcterms:created>
  <dcterms:modified xsi:type="dcterms:W3CDTF">2025-05-03T16:04:47Z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E8B1464EE35F407B80FB2CBEDEF41634</vt:lpwstr>
  </property>
</Properties>
</file>